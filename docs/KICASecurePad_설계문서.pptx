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9"/>
  </p:notesMasterIdLst>
  <p:sldIdLst>
    <p:sldId id="268" r:id="rId3"/>
    <p:sldId id="270" r:id="rId4"/>
    <p:sldId id="292" r:id="rId5"/>
    <p:sldId id="293" r:id="rId6"/>
    <p:sldId id="285" r:id="rId7"/>
    <p:sldId id="284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CDA"/>
    <a:srgbClr val="97B0E9"/>
    <a:srgbClr val="2856BC"/>
    <a:srgbClr val="A6BDF0"/>
    <a:srgbClr val="1D4AAF"/>
    <a:srgbClr val="2864BC"/>
    <a:srgbClr val="1850CB"/>
    <a:srgbClr val="164BBE"/>
    <a:srgbClr val="F78B1E"/>
    <a:srgbClr val="194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03" autoAdjust="0"/>
    <p:restoredTop sz="94673"/>
  </p:normalViewPr>
  <p:slideViewPr>
    <p:cSldViewPr snapToGrid="0">
      <p:cViewPr varScale="1">
        <p:scale>
          <a:sx n="109" d="100"/>
          <a:sy n="109" d="100"/>
        </p:scale>
        <p:origin x="199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F5F58-D5E0-4171-9972-25C7A4AB7D84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86D01-4A67-4275-B03B-12E5B9169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87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6D01-4A67-4275-B03B-12E5B9169B0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787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3">
            <a:extLst>
              <a:ext uri="{FF2B5EF4-FFF2-40B4-BE49-F238E27FC236}">
                <a16:creationId xmlns:a16="http://schemas.microsoft.com/office/drawing/2014/main" id="{7E480F76-E0DA-F752-7DA6-E490236B7DC2}"/>
              </a:ext>
            </a:extLst>
          </p:cNvPr>
          <p:cNvSpPr/>
          <p:nvPr userDrawn="1"/>
        </p:nvSpPr>
        <p:spPr>
          <a:xfrm>
            <a:off x="232564" y="6586085"/>
            <a:ext cx="1773096" cy="19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31" b="0" i="0" dirty="0">
                <a:solidFill>
                  <a:schemeClr val="bg1">
                    <a:lumMod val="50000"/>
                  </a:schemeClr>
                </a:solidFill>
                <a:latin typeface="Daki M" pitchFamily="2" charset="-127"/>
                <a:ea typeface="Daki M" pitchFamily="2" charset="-127"/>
                <a:cs typeface="Daki B" pitchFamily="34" charset="-120"/>
              </a:rPr>
              <a:t>© 2024 KICA inc. All rights reserved.</a:t>
            </a:r>
            <a:endParaRPr lang="en-US" sz="731" b="0" i="0" dirty="0">
              <a:solidFill>
                <a:schemeClr val="bg1">
                  <a:lumMod val="50000"/>
                </a:schemeClr>
              </a:solidFill>
              <a:latin typeface="Daki M" pitchFamily="2" charset="-127"/>
              <a:ea typeface="Daki M" pitchFamily="2" charset="-127"/>
            </a:endParaRP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E5045532-807E-FA60-EBF9-792CB930AC26}"/>
              </a:ext>
            </a:extLst>
          </p:cNvPr>
          <p:cNvSpPr txBox="1">
            <a:spLocks/>
          </p:cNvSpPr>
          <p:nvPr userDrawn="1"/>
        </p:nvSpPr>
        <p:spPr>
          <a:xfrm>
            <a:off x="3838575" y="6586085"/>
            <a:ext cx="2228850" cy="194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203864"/>
                </a:solidFill>
                <a:latin typeface="다키 B" pitchFamily="2" charset="-127"/>
                <a:ea typeface="다키 B" pitchFamily="2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+mn-cs"/>
            </a:endParaRPr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FD8F056C-D463-4BDE-64EA-5B50F5723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5436" y="6590284"/>
            <a:ext cx="700517" cy="1515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A921F34-5F37-B1E7-7AB1-6EFA977DE680}"/>
              </a:ext>
            </a:extLst>
          </p:cNvPr>
          <p:cNvSpPr/>
          <p:nvPr userDrawn="1"/>
        </p:nvSpPr>
        <p:spPr>
          <a:xfrm>
            <a:off x="0" y="-6273"/>
            <a:ext cx="9905999" cy="698482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4117F5D9-2352-7534-0309-0D6191F652D2}"/>
              </a:ext>
            </a:extLst>
          </p:cNvPr>
          <p:cNvSpPr/>
          <p:nvPr userDrawn="1"/>
        </p:nvSpPr>
        <p:spPr>
          <a:xfrm rot="10800000" flipH="1">
            <a:off x="294827" y="706"/>
            <a:ext cx="444383" cy="759869"/>
          </a:xfrm>
          <a:prstGeom prst="snip1Rect">
            <a:avLst/>
          </a:prstGeom>
          <a:solidFill>
            <a:srgbClr val="1536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A3FCD8F6-4051-139A-0949-E07FD09A20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988" y="177173"/>
            <a:ext cx="8855965" cy="4381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1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33040C5B-24B7-81F3-B216-51DAF16C8C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828" y="173647"/>
            <a:ext cx="444383" cy="4451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DDECF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9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B247F8B-5F88-D76D-9FE0-857586DE0F30}"/>
              </a:ext>
            </a:extLst>
          </p:cNvPr>
          <p:cNvSpPr/>
          <p:nvPr userDrawn="1"/>
        </p:nvSpPr>
        <p:spPr>
          <a:xfrm>
            <a:off x="0" y="-6273"/>
            <a:ext cx="9905999" cy="698482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35B9AE6D-67CE-C041-6808-8CBFFDE09ABA}"/>
              </a:ext>
            </a:extLst>
          </p:cNvPr>
          <p:cNvSpPr/>
          <p:nvPr userDrawn="1"/>
        </p:nvSpPr>
        <p:spPr>
          <a:xfrm rot="10800000" flipH="1">
            <a:off x="294827" y="706"/>
            <a:ext cx="444383" cy="759869"/>
          </a:xfrm>
          <a:prstGeom prst="snip1Rect">
            <a:avLst/>
          </a:prstGeom>
          <a:solidFill>
            <a:srgbClr val="1536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207C662-03B3-591C-F372-3CA3D3DDDC61}"/>
              </a:ext>
            </a:extLst>
          </p:cNvPr>
          <p:cNvSpPr/>
          <p:nvPr userDrawn="1"/>
        </p:nvSpPr>
        <p:spPr>
          <a:xfrm>
            <a:off x="232564" y="6586085"/>
            <a:ext cx="1773096" cy="19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731" b="0" i="0" dirty="0">
                <a:solidFill>
                  <a:schemeClr val="bg1">
                    <a:lumMod val="50000"/>
                  </a:schemeClr>
                </a:solidFill>
                <a:latin typeface="Daki M" pitchFamily="2" charset="-127"/>
                <a:ea typeface="Daki M" pitchFamily="2" charset="-127"/>
                <a:cs typeface="Daki B" pitchFamily="34" charset="-120"/>
              </a:rPr>
              <a:t>© 2024 KICA inc. All rights reserved.</a:t>
            </a:r>
            <a:endParaRPr lang="en-US" sz="731" b="0" i="0" dirty="0">
              <a:solidFill>
                <a:schemeClr val="bg1">
                  <a:lumMod val="50000"/>
                </a:schemeClr>
              </a:solidFill>
              <a:latin typeface="Daki M" pitchFamily="2" charset="-127"/>
              <a:ea typeface="Daki M" pitchFamily="2" charset="-127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F237D4-6391-0F2A-8C7C-427AD7E08EB0}"/>
              </a:ext>
            </a:extLst>
          </p:cNvPr>
          <p:cNvSpPr txBox="1">
            <a:spLocks/>
          </p:cNvSpPr>
          <p:nvPr userDrawn="1"/>
        </p:nvSpPr>
        <p:spPr>
          <a:xfrm>
            <a:off x="3838575" y="6586085"/>
            <a:ext cx="2228850" cy="194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203864"/>
                </a:solidFill>
                <a:latin typeface="다키 B" pitchFamily="2" charset="-127"/>
                <a:ea typeface="다키 B" pitchFamily="2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다키 M" pitchFamily="2" charset="-127"/>
                <a:ea typeface="다키 M" pitchFamily="2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다키 M" pitchFamily="2" charset="-127"/>
              <a:ea typeface="다키 M" pitchFamily="2" charset="-127"/>
              <a:cs typeface="+mn-cs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761E97D7-352D-9439-244E-182C8A0D66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5436" y="6590284"/>
            <a:ext cx="700517" cy="151530"/>
          </a:xfrm>
          <a:prstGeom prst="rect">
            <a:avLst/>
          </a:prstGeom>
        </p:spPr>
      </p:pic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9CFBD0DE-BE7F-3A03-931D-B83F366FB0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988" y="177173"/>
            <a:ext cx="8855965" cy="4381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1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F8098EF3-53C4-4302-40EF-7B9DF201B6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828" y="173647"/>
            <a:ext cx="444383" cy="4451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DDECF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06139849-34C0-E5B7-4205-DEBA45B7BD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9988" y="922946"/>
            <a:ext cx="8762168" cy="54951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SzPct val="120000"/>
              <a:buFontTx/>
              <a:buBlip>
                <a:blip r:embed="rId4"/>
              </a:buBlip>
              <a:defRPr sz="1600">
                <a:latin typeface="다키 M Title" pitchFamily="2" charset="-127"/>
                <a:ea typeface="다키 M Title" pitchFamily="2" charset="-127"/>
              </a:defRPr>
            </a:lvl1pPr>
            <a:lvl2pPr marL="457200" indent="0">
              <a:buFontTx/>
              <a:buNone/>
              <a:defRPr sz="1400">
                <a:latin typeface="다키 M Title" pitchFamily="2" charset="-127"/>
                <a:ea typeface="다키 M Title" pitchFamily="2" charset="-127"/>
              </a:defRPr>
            </a:lvl2pPr>
            <a:lvl3pPr marL="914400" indent="0">
              <a:buFontTx/>
              <a:buNone/>
              <a:defRPr sz="1200">
                <a:latin typeface="다키 M Title" pitchFamily="2" charset="-127"/>
                <a:ea typeface="다키 M Title" pitchFamily="2" charset="-127"/>
              </a:defRPr>
            </a:lvl3pPr>
            <a:lvl4pPr marL="1371600" indent="0">
              <a:buFontTx/>
              <a:buNone/>
              <a:defRPr sz="1000">
                <a:latin typeface="다키 M Title" pitchFamily="2" charset="-127"/>
                <a:ea typeface="다키 M Title" pitchFamily="2" charset="-127"/>
              </a:defRPr>
            </a:lvl4pPr>
            <a:lvl5pPr marL="1828800" indent="0">
              <a:buFontTx/>
              <a:buNone/>
              <a:defRPr sz="1000">
                <a:latin typeface="다키 M Title" pitchFamily="2" charset="-127"/>
                <a:ea typeface="다키 M Title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66107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 슬라이드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B5ADF1DB-DC50-8EAE-56C8-5DB3476E37CC}"/>
              </a:ext>
            </a:extLst>
          </p:cNvPr>
          <p:cNvSpPr/>
          <p:nvPr userDrawn="1"/>
        </p:nvSpPr>
        <p:spPr>
          <a:xfrm>
            <a:off x="394530" y="333612"/>
            <a:ext cx="9296401" cy="6163252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11997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9811997" y="363704"/>
                </a:lnTo>
                <a:lnTo>
                  <a:pt x="9811997" y="6598570"/>
                </a:ln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9C2F672B-A7A6-CF11-F78B-1E44FF12CF32}"/>
              </a:ext>
            </a:extLst>
          </p:cNvPr>
          <p:cNvSpPr/>
          <p:nvPr userDrawn="1"/>
        </p:nvSpPr>
        <p:spPr>
          <a:xfrm>
            <a:off x="94004" y="259430"/>
            <a:ext cx="9417466" cy="6233328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11997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9811997" y="363704"/>
                </a:lnTo>
                <a:lnTo>
                  <a:pt x="9811997" y="6598570"/>
                </a:ln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DCCAA1B-409B-B921-7823-4BBAF694AD96}"/>
              </a:ext>
            </a:extLst>
          </p:cNvPr>
          <p:cNvSpPr/>
          <p:nvPr userDrawn="1"/>
        </p:nvSpPr>
        <p:spPr>
          <a:xfrm>
            <a:off x="7840721" y="6566940"/>
            <a:ext cx="1773096" cy="19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31" b="0" i="0" dirty="0">
                <a:solidFill>
                  <a:schemeClr val="accent5"/>
                </a:solidFill>
                <a:latin typeface="Daki M" pitchFamily="2" charset="-127"/>
                <a:ea typeface="Daki M" pitchFamily="2" charset="-127"/>
                <a:cs typeface="Daki B" pitchFamily="34" charset="-120"/>
              </a:rPr>
              <a:t>© 2024 KICA inc. All rights reserved.</a:t>
            </a:r>
            <a:endParaRPr lang="en-US" sz="731" b="0" i="0" dirty="0">
              <a:solidFill>
                <a:schemeClr val="accent5"/>
              </a:solidFill>
              <a:latin typeface="Daki M" pitchFamily="2" charset="-127"/>
              <a:ea typeface="Daki M" pitchFamily="2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B2FBB27B-DCEE-FEBA-7AFC-D69FC5626C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1697" y="2630060"/>
            <a:ext cx="7722080" cy="8872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="0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61E61385-75F6-14C7-8214-D3021E92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93" y="1134535"/>
            <a:ext cx="1498523" cy="323856"/>
          </a:xfrm>
          <a:prstGeom prst="rect">
            <a:avLst/>
          </a:prstGeom>
        </p:spPr>
      </p:pic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A2909155-9D0D-653C-4F26-15F8FFCD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1697" y="3517312"/>
            <a:ext cx="7722080" cy="3368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en-US" altLang="ko-KR" dirty="0"/>
              <a:t>2024. 09</a:t>
            </a:r>
            <a:endParaRPr kumimoji="1"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71D9D1D-631D-8E51-0C52-148A101CA60F}"/>
              </a:ext>
            </a:extLst>
          </p:cNvPr>
          <p:cNvCxnSpPr>
            <a:cxnSpLocks/>
          </p:cNvCxnSpPr>
          <p:nvPr userDrawn="1"/>
        </p:nvCxnSpPr>
        <p:spPr>
          <a:xfrm flipH="1">
            <a:off x="941697" y="6099653"/>
            <a:ext cx="7722080" cy="0"/>
          </a:xfrm>
          <a:prstGeom prst="line">
            <a:avLst/>
          </a:prstGeom>
          <a:ln w="28575">
            <a:solidFill>
              <a:srgbClr val="F68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8">
            <a:extLst>
              <a:ext uri="{FF2B5EF4-FFF2-40B4-BE49-F238E27FC236}">
                <a16:creationId xmlns:a16="http://schemas.microsoft.com/office/drawing/2014/main" id="{B7A6BA34-9E86-30F2-AA48-6567E9F270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263" y="5706549"/>
            <a:ext cx="2723514" cy="259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한국정보인증 한정인</a:t>
            </a:r>
          </a:p>
        </p:txBody>
      </p:sp>
    </p:spTree>
    <p:extLst>
      <p:ext uri="{BB962C8B-B14F-4D97-AF65-F5344CB8AC3E}">
        <p14:creationId xmlns:p14="http://schemas.microsoft.com/office/powerpoint/2010/main" val="1937776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C7200CBF-1283-6F38-AE98-E25FF785E218}"/>
              </a:ext>
            </a:extLst>
          </p:cNvPr>
          <p:cNvSpPr/>
          <p:nvPr userDrawn="1"/>
        </p:nvSpPr>
        <p:spPr>
          <a:xfrm>
            <a:off x="0" y="623134"/>
            <a:ext cx="9906000" cy="6234866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1C9EDA4-427B-CB82-DFF5-C4C56C3A55EB}"/>
              </a:ext>
            </a:extLst>
          </p:cNvPr>
          <p:cNvSpPr/>
          <p:nvPr userDrawn="1"/>
        </p:nvSpPr>
        <p:spPr>
          <a:xfrm>
            <a:off x="0" y="0"/>
            <a:ext cx="9906000" cy="623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 descr="폰트, 그래픽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0864B609-8034-53D3-C24E-5BCB48BE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522" y="281351"/>
            <a:ext cx="1025295" cy="224517"/>
          </a:xfrm>
          <a:prstGeom prst="rect">
            <a:avLst/>
          </a:prstGeom>
        </p:spPr>
      </p:pic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6475AFC3-6705-4924-8173-A763923E8022}"/>
              </a:ext>
            </a:extLst>
          </p:cNvPr>
          <p:cNvSpPr/>
          <p:nvPr userDrawn="1"/>
        </p:nvSpPr>
        <p:spPr>
          <a:xfrm>
            <a:off x="94005" y="259430"/>
            <a:ext cx="9812216" cy="6598570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  <a:gd name="connsiteX0" fmla="*/ 0 w 10194861"/>
              <a:gd name="connsiteY0" fmla="*/ 0 h 6598570"/>
              <a:gd name="connsiteX1" fmla="*/ 73563 w 10194861"/>
              <a:gd name="connsiteY1" fmla="*/ 0 h 6598570"/>
              <a:gd name="connsiteX2" fmla="*/ 978575 w 10194861"/>
              <a:gd name="connsiteY2" fmla="*/ 0 h 6598570"/>
              <a:gd name="connsiteX3" fmla="*/ 3855669 w 10194861"/>
              <a:gd name="connsiteY3" fmla="*/ 0 h 6598570"/>
              <a:gd name="connsiteX4" fmla="*/ 4219373 w 10194861"/>
              <a:gd name="connsiteY4" fmla="*/ 363704 h 6598570"/>
              <a:gd name="connsiteX5" fmla="*/ 10194861 w 10194861"/>
              <a:gd name="connsiteY5" fmla="*/ 355158 h 6598570"/>
              <a:gd name="connsiteX6" fmla="*/ 9811997 w 10194861"/>
              <a:gd name="connsiteY6" fmla="*/ 6598570 h 6598570"/>
              <a:gd name="connsiteX7" fmla="*/ 1 w 10194861"/>
              <a:gd name="connsiteY7" fmla="*/ 6598570 h 6598570"/>
              <a:gd name="connsiteX8" fmla="*/ 1 w 10194861"/>
              <a:gd name="connsiteY8" fmla="*/ 363704 h 6598570"/>
              <a:gd name="connsiteX9" fmla="*/ 0 w 10194861"/>
              <a:gd name="connsiteY9" fmla="*/ 363704 h 6598570"/>
              <a:gd name="connsiteX10" fmla="*/ 0 w 10194861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194861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203765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3285"/>
              <a:gd name="connsiteY0" fmla="*/ 0 h 6598570"/>
              <a:gd name="connsiteX1" fmla="*/ 73563 w 10223285"/>
              <a:gd name="connsiteY1" fmla="*/ 0 h 6598570"/>
              <a:gd name="connsiteX2" fmla="*/ 978575 w 10223285"/>
              <a:gd name="connsiteY2" fmla="*/ 0 h 6598570"/>
              <a:gd name="connsiteX3" fmla="*/ 3855669 w 10223285"/>
              <a:gd name="connsiteY3" fmla="*/ 0 h 6598570"/>
              <a:gd name="connsiteX4" fmla="*/ 4219373 w 10223285"/>
              <a:gd name="connsiteY4" fmla="*/ 363704 h 6598570"/>
              <a:gd name="connsiteX5" fmla="*/ 10221572 w 10223285"/>
              <a:gd name="connsiteY5" fmla="*/ 355158 h 6598570"/>
              <a:gd name="connsiteX6" fmla="*/ 10221572 w 10223285"/>
              <a:gd name="connsiteY6" fmla="*/ 6598570 h 6598570"/>
              <a:gd name="connsiteX7" fmla="*/ 1 w 10223285"/>
              <a:gd name="connsiteY7" fmla="*/ 6598570 h 6598570"/>
              <a:gd name="connsiteX8" fmla="*/ 1 w 10223285"/>
              <a:gd name="connsiteY8" fmla="*/ 363704 h 6598570"/>
              <a:gd name="connsiteX9" fmla="*/ 0 w 10223285"/>
              <a:gd name="connsiteY9" fmla="*/ 363704 h 6598570"/>
              <a:gd name="connsiteX10" fmla="*/ 0 w 10223285"/>
              <a:gd name="connsiteY10" fmla="*/ 0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23285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10221572" y="355158"/>
                </a:lnTo>
                <a:cubicBezTo>
                  <a:pt x="10227508" y="2436295"/>
                  <a:pt x="10215636" y="4517433"/>
                  <a:pt x="10221572" y="6598570"/>
                </a:cubicBez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8" name="텍스트 개체 틀 18">
            <a:extLst>
              <a:ext uri="{FF2B5EF4-FFF2-40B4-BE49-F238E27FC236}">
                <a16:creationId xmlns:a16="http://schemas.microsoft.com/office/drawing/2014/main" id="{EEABF0A2-803F-5E3D-7320-3B331B98B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1697" y="1998731"/>
            <a:ext cx="2657890" cy="863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accent2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en-US" altLang="ko-KR" dirty="0"/>
              <a:t>Contents</a:t>
            </a:r>
            <a:endParaRPr kumimoji="1" lang="ko-KR" altLang="en-US" dirty="0"/>
          </a:p>
        </p:txBody>
      </p:sp>
      <p:sp>
        <p:nvSpPr>
          <p:cNvPr id="5" name="텍스트 개체 틀 28">
            <a:extLst>
              <a:ext uri="{FF2B5EF4-FFF2-40B4-BE49-F238E27FC236}">
                <a16:creationId xmlns:a16="http://schemas.microsoft.com/office/drawing/2014/main" id="{83F90963-3578-45B4-6BE3-CE5E1452BB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98762" y="1810284"/>
            <a:ext cx="4042159" cy="4404762"/>
          </a:xfrm>
          <a:prstGeom prst="rect">
            <a:avLst/>
          </a:prstGeom>
        </p:spPr>
        <p:txBody>
          <a:bodyPr>
            <a:normAutofit/>
          </a:bodyPr>
          <a:lstStyle>
            <a:lvl1pPr marL="400050" indent="-400050">
              <a:lnSpc>
                <a:spcPct val="200000"/>
              </a:lnSpc>
              <a:buFont typeface="+mj-lt"/>
              <a:buAutoNum type="romanUcPeriod"/>
              <a:defRPr sz="16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다키 M Title" pitchFamily="2" charset="-127"/>
                <a:cs typeface="Times New Roman" panose="02020603050405020304" pitchFamily="18" charset="0"/>
              </a:defRPr>
            </a:lvl1pPr>
            <a:lvl2pPr marL="742939" indent="-285750">
              <a:lnSpc>
                <a:spcPct val="100000"/>
              </a:lnSpc>
              <a:buFont typeface="+mj-lt"/>
              <a:buAutoNum type="romanUcPeriod"/>
              <a:defRPr sz="1200">
                <a:solidFill>
                  <a:srgbClr val="3B6998"/>
                </a:solidFill>
                <a:latin typeface="다키 M" pitchFamily="2" charset="-127"/>
                <a:ea typeface="다키 M" pitchFamily="2" charset="-127"/>
              </a:defRPr>
            </a:lvl2pPr>
          </a:lstStyle>
          <a:p>
            <a:pPr lvl="0"/>
            <a:r>
              <a:rPr kumimoji="1"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제목 입력</a:t>
            </a:r>
            <a:endParaRPr kumimoji="1"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kumimoji="1"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제목 입력</a:t>
            </a:r>
            <a:endParaRPr kumimoji="1"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kumimoji="1"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제목 입력</a:t>
            </a:r>
            <a:endParaRPr kumimoji="1"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kumimoji="1"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제목 입력</a:t>
            </a:r>
            <a:endParaRPr kumimoji="1"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20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슬라이드_1">
    <p:bg>
      <p:bgPr>
        <a:solidFill>
          <a:srgbClr val="1535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10">
            <a:extLst>
              <a:ext uri="{FF2B5EF4-FFF2-40B4-BE49-F238E27FC236}">
                <a16:creationId xmlns:a16="http://schemas.microsoft.com/office/drawing/2014/main" id="{427A5B59-930C-0C9F-C138-1B954692942C}"/>
              </a:ext>
            </a:extLst>
          </p:cNvPr>
          <p:cNvSpPr/>
          <p:nvPr userDrawn="1"/>
        </p:nvSpPr>
        <p:spPr>
          <a:xfrm>
            <a:off x="94005" y="259430"/>
            <a:ext cx="9812216" cy="6598570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  <a:gd name="connsiteX0" fmla="*/ 0 w 10194861"/>
              <a:gd name="connsiteY0" fmla="*/ 0 h 6598570"/>
              <a:gd name="connsiteX1" fmla="*/ 73563 w 10194861"/>
              <a:gd name="connsiteY1" fmla="*/ 0 h 6598570"/>
              <a:gd name="connsiteX2" fmla="*/ 978575 w 10194861"/>
              <a:gd name="connsiteY2" fmla="*/ 0 h 6598570"/>
              <a:gd name="connsiteX3" fmla="*/ 3855669 w 10194861"/>
              <a:gd name="connsiteY3" fmla="*/ 0 h 6598570"/>
              <a:gd name="connsiteX4" fmla="*/ 4219373 w 10194861"/>
              <a:gd name="connsiteY4" fmla="*/ 363704 h 6598570"/>
              <a:gd name="connsiteX5" fmla="*/ 10194861 w 10194861"/>
              <a:gd name="connsiteY5" fmla="*/ 355158 h 6598570"/>
              <a:gd name="connsiteX6" fmla="*/ 9811997 w 10194861"/>
              <a:gd name="connsiteY6" fmla="*/ 6598570 h 6598570"/>
              <a:gd name="connsiteX7" fmla="*/ 1 w 10194861"/>
              <a:gd name="connsiteY7" fmla="*/ 6598570 h 6598570"/>
              <a:gd name="connsiteX8" fmla="*/ 1 w 10194861"/>
              <a:gd name="connsiteY8" fmla="*/ 363704 h 6598570"/>
              <a:gd name="connsiteX9" fmla="*/ 0 w 10194861"/>
              <a:gd name="connsiteY9" fmla="*/ 363704 h 6598570"/>
              <a:gd name="connsiteX10" fmla="*/ 0 w 10194861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194861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203765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3285"/>
              <a:gd name="connsiteY0" fmla="*/ 0 h 6598570"/>
              <a:gd name="connsiteX1" fmla="*/ 73563 w 10223285"/>
              <a:gd name="connsiteY1" fmla="*/ 0 h 6598570"/>
              <a:gd name="connsiteX2" fmla="*/ 978575 w 10223285"/>
              <a:gd name="connsiteY2" fmla="*/ 0 h 6598570"/>
              <a:gd name="connsiteX3" fmla="*/ 3855669 w 10223285"/>
              <a:gd name="connsiteY3" fmla="*/ 0 h 6598570"/>
              <a:gd name="connsiteX4" fmla="*/ 4219373 w 10223285"/>
              <a:gd name="connsiteY4" fmla="*/ 363704 h 6598570"/>
              <a:gd name="connsiteX5" fmla="*/ 10221572 w 10223285"/>
              <a:gd name="connsiteY5" fmla="*/ 355158 h 6598570"/>
              <a:gd name="connsiteX6" fmla="*/ 10221572 w 10223285"/>
              <a:gd name="connsiteY6" fmla="*/ 6598570 h 6598570"/>
              <a:gd name="connsiteX7" fmla="*/ 1 w 10223285"/>
              <a:gd name="connsiteY7" fmla="*/ 6598570 h 6598570"/>
              <a:gd name="connsiteX8" fmla="*/ 1 w 10223285"/>
              <a:gd name="connsiteY8" fmla="*/ 363704 h 6598570"/>
              <a:gd name="connsiteX9" fmla="*/ 0 w 10223285"/>
              <a:gd name="connsiteY9" fmla="*/ 363704 h 6598570"/>
              <a:gd name="connsiteX10" fmla="*/ 0 w 10223285"/>
              <a:gd name="connsiteY10" fmla="*/ 0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23285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10221572" y="355158"/>
                </a:lnTo>
                <a:cubicBezTo>
                  <a:pt x="10227508" y="2436295"/>
                  <a:pt x="10215636" y="4517433"/>
                  <a:pt x="10221572" y="6598570"/>
                </a:cubicBez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8" name="그림 17" descr="폰트, 그래픽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7E5920A6-1785-AC04-8BC4-2A88137B9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436" y="6588416"/>
            <a:ext cx="700517" cy="15339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9070063-7312-48BB-1C20-CB1244C99E31}"/>
              </a:ext>
            </a:extLst>
          </p:cNvPr>
          <p:cNvSpPr txBox="1"/>
          <p:nvPr userDrawn="1"/>
        </p:nvSpPr>
        <p:spPr>
          <a:xfrm>
            <a:off x="7602201" y="1014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cxnSp>
        <p:nvCxnSpPr>
          <p:cNvPr id="8" name="직선 연결선 1">
            <a:extLst>
              <a:ext uri="{FF2B5EF4-FFF2-40B4-BE49-F238E27FC236}">
                <a16:creationId xmlns:a16="http://schemas.microsoft.com/office/drawing/2014/main" id="{DC7C9D97-D4B1-8D38-0A60-2729ACBCA2F6}"/>
              </a:ext>
            </a:extLst>
          </p:cNvPr>
          <p:cNvCxnSpPr>
            <a:cxnSpLocks/>
          </p:cNvCxnSpPr>
          <p:nvPr userDrawn="1"/>
        </p:nvCxnSpPr>
        <p:spPr>
          <a:xfrm flipH="1">
            <a:off x="941698" y="3306380"/>
            <a:ext cx="7722079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72DBBE-2C13-F848-B926-9CD866B04A82}"/>
              </a:ext>
            </a:extLst>
          </p:cNvPr>
          <p:cNvSpPr txBox="1"/>
          <p:nvPr userDrawn="1"/>
        </p:nvSpPr>
        <p:spPr>
          <a:xfrm>
            <a:off x="-587352" y="15351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5" name="텍스트 개체 틀 18">
            <a:extLst>
              <a:ext uri="{FF2B5EF4-FFF2-40B4-BE49-F238E27FC236}">
                <a16:creationId xmlns:a16="http://schemas.microsoft.com/office/drawing/2014/main" id="{3A799F2E-B265-B1CC-E192-BB11AD1C4E4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41698" y="2000196"/>
            <a:ext cx="7722079" cy="13061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sp>
        <p:nvSpPr>
          <p:cNvPr id="27" name="사각형: 잘린 한쪽 모서리 1">
            <a:extLst>
              <a:ext uri="{FF2B5EF4-FFF2-40B4-BE49-F238E27FC236}">
                <a16:creationId xmlns:a16="http://schemas.microsoft.com/office/drawing/2014/main" id="{E9248B18-4DAC-E14F-2657-F08D09967FFE}"/>
              </a:ext>
            </a:extLst>
          </p:cNvPr>
          <p:cNvSpPr/>
          <p:nvPr userDrawn="1"/>
        </p:nvSpPr>
        <p:spPr>
          <a:xfrm rot="10800000" flipH="1">
            <a:off x="8569997" y="705"/>
            <a:ext cx="544026" cy="813577"/>
          </a:xfrm>
          <a:prstGeom prst="snip1Rect">
            <a:avLst/>
          </a:prstGeom>
          <a:solidFill>
            <a:srgbClr val="2856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88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 슬라이드_2">
    <p:bg>
      <p:bgPr>
        <a:solidFill>
          <a:srgbClr val="2856BC">
            <a:alpha val="9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10">
            <a:extLst>
              <a:ext uri="{FF2B5EF4-FFF2-40B4-BE49-F238E27FC236}">
                <a16:creationId xmlns:a16="http://schemas.microsoft.com/office/drawing/2014/main" id="{427A5B59-930C-0C9F-C138-1B954692942C}"/>
              </a:ext>
            </a:extLst>
          </p:cNvPr>
          <p:cNvSpPr/>
          <p:nvPr userDrawn="1"/>
        </p:nvSpPr>
        <p:spPr>
          <a:xfrm>
            <a:off x="94005" y="259430"/>
            <a:ext cx="9812216" cy="6598570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  <a:gd name="connsiteX0" fmla="*/ 0 w 10194861"/>
              <a:gd name="connsiteY0" fmla="*/ 0 h 6598570"/>
              <a:gd name="connsiteX1" fmla="*/ 73563 w 10194861"/>
              <a:gd name="connsiteY1" fmla="*/ 0 h 6598570"/>
              <a:gd name="connsiteX2" fmla="*/ 978575 w 10194861"/>
              <a:gd name="connsiteY2" fmla="*/ 0 h 6598570"/>
              <a:gd name="connsiteX3" fmla="*/ 3855669 w 10194861"/>
              <a:gd name="connsiteY3" fmla="*/ 0 h 6598570"/>
              <a:gd name="connsiteX4" fmla="*/ 4219373 w 10194861"/>
              <a:gd name="connsiteY4" fmla="*/ 363704 h 6598570"/>
              <a:gd name="connsiteX5" fmla="*/ 10194861 w 10194861"/>
              <a:gd name="connsiteY5" fmla="*/ 355158 h 6598570"/>
              <a:gd name="connsiteX6" fmla="*/ 9811997 w 10194861"/>
              <a:gd name="connsiteY6" fmla="*/ 6598570 h 6598570"/>
              <a:gd name="connsiteX7" fmla="*/ 1 w 10194861"/>
              <a:gd name="connsiteY7" fmla="*/ 6598570 h 6598570"/>
              <a:gd name="connsiteX8" fmla="*/ 1 w 10194861"/>
              <a:gd name="connsiteY8" fmla="*/ 363704 h 6598570"/>
              <a:gd name="connsiteX9" fmla="*/ 0 w 10194861"/>
              <a:gd name="connsiteY9" fmla="*/ 363704 h 6598570"/>
              <a:gd name="connsiteX10" fmla="*/ 0 w 10194861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194861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1572"/>
              <a:gd name="connsiteY0" fmla="*/ 0 h 6598570"/>
              <a:gd name="connsiteX1" fmla="*/ 73563 w 10221572"/>
              <a:gd name="connsiteY1" fmla="*/ 0 h 6598570"/>
              <a:gd name="connsiteX2" fmla="*/ 978575 w 10221572"/>
              <a:gd name="connsiteY2" fmla="*/ 0 h 6598570"/>
              <a:gd name="connsiteX3" fmla="*/ 3855669 w 10221572"/>
              <a:gd name="connsiteY3" fmla="*/ 0 h 6598570"/>
              <a:gd name="connsiteX4" fmla="*/ 4219373 w 10221572"/>
              <a:gd name="connsiteY4" fmla="*/ 363704 h 6598570"/>
              <a:gd name="connsiteX5" fmla="*/ 10203765 w 10221572"/>
              <a:gd name="connsiteY5" fmla="*/ 355158 h 6598570"/>
              <a:gd name="connsiteX6" fmla="*/ 10221572 w 10221572"/>
              <a:gd name="connsiteY6" fmla="*/ 6598570 h 6598570"/>
              <a:gd name="connsiteX7" fmla="*/ 1 w 10221572"/>
              <a:gd name="connsiteY7" fmla="*/ 6598570 h 6598570"/>
              <a:gd name="connsiteX8" fmla="*/ 1 w 10221572"/>
              <a:gd name="connsiteY8" fmla="*/ 363704 h 6598570"/>
              <a:gd name="connsiteX9" fmla="*/ 0 w 10221572"/>
              <a:gd name="connsiteY9" fmla="*/ 363704 h 6598570"/>
              <a:gd name="connsiteX10" fmla="*/ 0 w 10221572"/>
              <a:gd name="connsiteY10" fmla="*/ 0 h 6598570"/>
              <a:gd name="connsiteX0" fmla="*/ 0 w 10223285"/>
              <a:gd name="connsiteY0" fmla="*/ 0 h 6598570"/>
              <a:gd name="connsiteX1" fmla="*/ 73563 w 10223285"/>
              <a:gd name="connsiteY1" fmla="*/ 0 h 6598570"/>
              <a:gd name="connsiteX2" fmla="*/ 978575 w 10223285"/>
              <a:gd name="connsiteY2" fmla="*/ 0 h 6598570"/>
              <a:gd name="connsiteX3" fmla="*/ 3855669 w 10223285"/>
              <a:gd name="connsiteY3" fmla="*/ 0 h 6598570"/>
              <a:gd name="connsiteX4" fmla="*/ 4219373 w 10223285"/>
              <a:gd name="connsiteY4" fmla="*/ 363704 h 6598570"/>
              <a:gd name="connsiteX5" fmla="*/ 10221572 w 10223285"/>
              <a:gd name="connsiteY5" fmla="*/ 355158 h 6598570"/>
              <a:gd name="connsiteX6" fmla="*/ 10221572 w 10223285"/>
              <a:gd name="connsiteY6" fmla="*/ 6598570 h 6598570"/>
              <a:gd name="connsiteX7" fmla="*/ 1 w 10223285"/>
              <a:gd name="connsiteY7" fmla="*/ 6598570 h 6598570"/>
              <a:gd name="connsiteX8" fmla="*/ 1 w 10223285"/>
              <a:gd name="connsiteY8" fmla="*/ 363704 h 6598570"/>
              <a:gd name="connsiteX9" fmla="*/ 0 w 10223285"/>
              <a:gd name="connsiteY9" fmla="*/ 363704 h 6598570"/>
              <a:gd name="connsiteX10" fmla="*/ 0 w 10223285"/>
              <a:gd name="connsiteY10" fmla="*/ 0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23285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10221572" y="355158"/>
                </a:lnTo>
                <a:cubicBezTo>
                  <a:pt x="10227508" y="2436295"/>
                  <a:pt x="10215636" y="4517433"/>
                  <a:pt x="10221572" y="6598570"/>
                </a:cubicBez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3A799F2E-B265-B1CC-E192-BB11AD1C4E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1698" y="2000196"/>
            <a:ext cx="7722079" cy="13061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0" i="0">
                <a:solidFill>
                  <a:schemeClr val="accent2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070063-7312-48BB-1C20-CB1244C99E31}"/>
              </a:ext>
            </a:extLst>
          </p:cNvPr>
          <p:cNvSpPr txBox="1"/>
          <p:nvPr userDrawn="1"/>
        </p:nvSpPr>
        <p:spPr>
          <a:xfrm>
            <a:off x="7602201" y="1014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cxnSp>
        <p:nvCxnSpPr>
          <p:cNvPr id="8" name="직선 연결선 1">
            <a:extLst>
              <a:ext uri="{FF2B5EF4-FFF2-40B4-BE49-F238E27FC236}">
                <a16:creationId xmlns:a16="http://schemas.microsoft.com/office/drawing/2014/main" id="{DC7C9D97-D4B1-8D38-0A60-2729ACBCA2F6}"/>
              </a:ext>
            </a:extLst>
          </p:cNvPr>
          <p:cNvCxnSpPr>
            <a:cxnSpLocks/>
          </p:cNvCxnSpPr>
          <p:nvPr userDrawn="1"/>
        </p:nvCxnSpPr>
        <p:spPr>
          <a:xfrm flipH="1">
            <a:off x="941698" y="3306380"/>
            <a:ext cx="7722079" cy="0"/>
          </a:xfrm>
          <a:prstGeom prst="line">
            <a:avLst/>
          </a:prstGeom>
          <a:ln w="6350">
            <a:solidFill>
              <a:srgbClr val="527C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72DBBE-2C13-F848-B926-9CD866B04A82}"/>
              </a:ext>
            </a:extLst>
          </p:cNvPr>
          <p:cNvSpPr txBox="1"/>
          <p:nvPr userDrawn="1"/>
        </p:nvSpPr>
        <p:spPr>
          <a:xfrm>
            <a:off x="-587352" y="15351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27" name="사각형: 잘린 한쪽 모서리 1">
            <a:extLst>
              <a:ext uri="{FF2B5EF4-FFF2-40B4-BE49-F238E27FC236}">
                <a16:creationId xmlns:a16="http://schemas.microsoft.com/office/drawing/2014/main" id="{E9248B18-4DAC-E14F-2657-F08D09967FFE}"/>
              </a:ext>
            </a:extLst>
          </p:cNvPr>
          <p:cNvSpPr/>
          <p:nvPr userDrawn="1"/>
        </p:nvSpPr>
        <p:spPr>
          <a:xfrm rot="10800000" flipH="1">
            <a:off x="8569997" y="705"/>
            <a:ext cx="544026" cy="813577"/>
          </a:xfrm>
          <a:prstGeom prst="snip1Rect">
            <a:avLst/>
          </a:prstGeom>
          <a:solidFill>
            <a:srgbClr val="527C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3" name="그래픽 5">
            <a:extLst>
              <a:ext uri="{FF2B5EF4-FFF2-40B4-BE49-F238E27FC236}">
                <a16:creationId xmlns:a16="http://schemas.microsoft.com/office/drawing/2014/main" id="{761E97D7-352D-9439-244E-182C8A0D66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5436" y="6590284"/>
            <a:ext cx="700517" cy="15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78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슬라이드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97A042C-0693-85D8-BD12-AC6749B187E2}"/>
              </a:ext>
            </a:extLst>
          </p:cNvPr>
          <p:cNvSpPr/>
          <p:nvPr userDrawn="1"/>
        </p:nvSpPr>
        <p:spPr>
          <a:xfrm>
            <a:off x="0" y="-6273"/>
            <a:ext cx="9905999" cy="567653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잘린 한쪽 모서리 1">
            <a:extLst>
              <a:ext uri="{FF2B5EF4-FFF2-40B4-BE49-F238E27FC236}">
                <a16:creationId xmlns:a16="http://schemas.microsoft.com/office/drawing/2014/main" id="{CC10E9BF-91F1-6F91-E4B9-0513183BDEE1}"/>
              </a:ext>
            </a:extLst>
          </p:cNvPr>
          <p:cNvSpPr/>
          <p:nvPr userDrawn="1"/>
        </p:nvSpPr>
        <p:spPr>
          <a:xfrm rot="10800000" flipH="1">
            <a:off x="294827" y="706"/>
            <a:ext cx="1215229" cy="1245724"/>
          </a:xfrm>
          <a:prstGeom prst="snip1Rect">
            <a:avLst/>
          </a:prstGeom>
          <a:solidFill>
            <a:srgbClr val="1536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1D5011C-EEB0-453F-2A5A-179930C925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211" y="568301"/>
            <a:ext cx="853809" cy="584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0" i="0" u="none">
                <a:solidFill>
                  <a:schemeClr val="bg1"/>
                </a:solidFill>
                <a:latin typeface="Times New Roman" panose="02020603050405020304" pitchFamily="18" charset="0"/>
                <a:ea typeface="다키 M Title" pitchFamily="2" charset="-127"/>
                <a:cs typeface="Times New Roman" panose="02020603050405020304" pitchFamily="18" charset="0"/>
              </a:defRPr>
            </a:lvl1pPr>
          </a:lstStyle>
          <a:p>
            <a:pPr lvl="0"/>
            <a:r>
              <a:rPr kumimoji="1" lang="en-US" altLang="ko-KR" dirty="0"/>
              <a:t>Ⅰ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B5011-BB87-5C44-327A-B3AA7F691C86}"/>
              </a:ext>
            </a:extLst>
          </p:cNvPr>
          <p:cNvSpPr txBox="1"/>
          <p:nvPr userDrawn="1"/>
        </p:nvSpPr>
        <p:spPr>
          <a:xfrm>
            <a:off x="474211" y="291255"/>
            <a:ext cx="853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en-US" altLang="ko-KR" sz="1000" b="0" i="0" u="none" dirty="0">
                <a:solidFill>
                  <a:schemeClr val="tx2">
                    <a:lumMod val="10000"/>
                    <a:lumOff val="90000"/>
                  </a:schemeClr>
                </a:solidFill>
                <a:latin typeface="Daki B" pitchFamily="2" charset="-127"/>
                <a:ea typeface="Daki B" pitchFamily="2" charset="-127"/>
              </a:rPr>
              <a:t>CONTENTS</a:t>
            </a:r>
            <a:endParaRPr kumimoji="1" lang="ko-KR" altLang="en-US" sz="1000" b="0" i="0" u="none" dirty="0">
              <a:solidFill>
                <a:schemeClr val="tx2">
                  <a:lumMod val="10000"/>
                  <a:lumOff val="90000"/>
                </a:schemeClr>
              </a:solidFill>
              <a:latin typeface="Daki B" pitchFamily="2" charset="-127"/>
              <a:ea typeface="Daki B" pitchFamily="2" charset="-127"/>
            </a:endParaRPr>
          </a:p>
        </p:txBody>
      </p:sp>
      <p:sp>
        <p:nvSpPr>
          <p:cNvPr id="7" name="텍스트 개체 틀 18">
            <a:extLst>
              <a:ext uri="{FF2B5EF4-FFF2-40B4-BE49-F238E27FC236}">
                <a16:creationId xmlns:a16="http://schemas.microsoft.com/office/drawing/2014/main" id="{38B65950-AC7A-657A-0920-5C5C7FC157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1697" y="1562895"/>
            <a:ext cx="8172326" cy="1507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600" b="0" i="0">
                <a:solidFill>
                  <a:schemeClr val="accent2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EA16D779-5E45-7A4F-C64B-A10C2756B0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697" y="3097851"/>
            <a:ext cx="8172326" cy="2689073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  <a:defRPr sz="1400" b="0" i="0">
                <a:solidFill>
                  <a:schemeClr val="accent2">
                    <a:lumMod val="75000"/>
                  </a:schemeClr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제목 입력</a:t>
            </a: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4C2E0E08-1982-BDDD-CAEA-044078D8CC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5436" y="6590284"/>
            <a:ext cx="700517" cy="15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3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 슬라이드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D3A39583-105F-410A-F494-D9BFE4868ADE}"/>
              </a:ext>
            </a:extLst>
          </p:cNvPr>
          <p:cNvSpPr/>
          <p:nvPr userDrawn="1"/>
        </p:nvSpPr>
        <p:spPr>
          <a:xfrm>
            <a:off x="394530" y="333612"/>
            <a:ext cx="9296401" cy="6163252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11997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9811997" y="363704"/>
                </a:lnTo>
                <a:lnTo>
                  <a:pt x="9811997" y="6598570"/>
                </a:ln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FD14E582-9172-D979-FA9D-19E699398281}"/>
              </a:ext>
            </a:extLst>
          </p:cNvPr>
          <p:cNvSpPr/>
          <p:nvPr userDrawn="1"/>
        </p:nvSpPr>
        <p:spPr>
          <a:xfrm>
            <a:off x="94004" y="259430"/>
            <a:ext cx="9417466" cy="6233328"/>
          </a:xfrm>
          <a:custGeom>
            <a:avLst/>
            <a:gdLst>
              <a:gd name="connsiteX0" fmla="*/ 0 w 9811997"/>
              <a:gd name="connsiteY0" fmla="*/ 0 h 6598570"/>
              <a:gd name="connsiteX1" fmla="*/ 73563 w 9811997"/>
              <a:gd name="connsiteY1" fmla="*/ 0 h 6598570"/>
              <a:gd name="connsiteX2" fmla="*/ 978575 w 9811997"/>
              <a:gd name="connsiteY2" fmla="*/ 0 h 6598570"/>
              <a:gd name="connsiteX3" fmla="*/ 3855669 w 9811997"/>
              <a:gd name="connsiteY3" fmla="*/ 0 h 6598570"/>
              <a:gd name="connsiteX4" fmla="*/ 4219373 w 9811997"/>
              <a:gd name="connsiteY4" fmla="*/ 363704 h 6598570"/>
              <a:gd name="connsiteX5" fmla="*/ 9811997 w 9811997"/>
              <a:gd name="connsiteY5" fmla="*/ 363704 h 6598570"/>
              <a:gd name="connsiteX6" fmla="*/ 9811997 w 9811997"/>
              <a:gd name="connsiteY6" fmla="*/ 6598570 h 6598570"/>
              <a:gd name="connsiteX7" fmla="*/ 1 w 9811997"/>
              <a:gd name="connsiteY7" fmla="*/ 6598570 h 6598570"/>
              <a:gd name="connsiteX8" fmla="*/ 1 w 9811997"/>
              <a:gd name="connsiteY8" fmla="*/ 363704 h 6598570"/>
              <a:gd name="connsiteX9" fmla="*/ 0 w 9811997"/>
              <a:gd name="connsiteY9" fmla="*/ 363704 h 659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11997" h="6598570">
                <a:moveTo>
                  <a:pt x="0" y="0"/>
                </a:moveTo>
                <a:lnTo>
                  <a:pt x="73563" y="0"/>
                </a:lnTo>
                <a:lnTo>
                  <a:pt x="978575" y="0"/>
                </a:lnTo>
                <a:lnTo>
                  <a:pt x="3855669" y="0"/>
                </a:lnTo>
                <a:lnTo>
                  <a:pt x="4219373" y="363704"/>
                </a:lnTo>
                <a:lnTo>
                  <a:pt x="9811997" y="363704"/>
                </a:lnTo>
                <a:lnTo>
                  <a:pt x="9811997" y="6598570"/>
                </a:lnTo>
                <a:lnTo>
                  <a:pt x="1" y="6598570"/>
                </a:lnTo>
                <a:lnTo>
                  <a:pt x="1" y="363704"/>
                </a:lnTo>
                <a:lnTo>
                  <a:pt x="0" y="3637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639F0577-6EC3-0170-7692-2D41B672B5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1697" y="2630060"/>
            <a:ext cx="7994672" cy="8872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="0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감사합니다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E6F143FA-D7A6-2B27-3FA6-CF79867421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93" y="1134535"/>
            <a:ext cx="1498523" cy="32385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867CF58-6733-5DAA-B480-72C5AB4ECAC2}"/>
              </a:ext>
            </a:extLst>
          </p:cNvPr>
          <p:cNvSpPr/>
          <p:nvPr userDrawn="1"/>
        </p:nvSpPr>
        <p:spPr>
          <a:xfrm>
            <a:off x="7840721" y="6566940"/>
            <a:ext cx="1773096" cy="19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31" b="0" i="0" dirty="0">
                <a:solidFill>
                  <a:schemeClr val="accent5"/>
                </a:solidFill>
                <a:latin typeface="Daki M" pitchFamily="2" charset="-127"/>
                <a:ea typeface="Daki M" pitchFamily="2" charset="-127"/>
                <a:cs typeface="Daki B" pitchFamily="34" charset="-120"/>
              </a:rPr>
              <a:t>© 2024 KICA inc. All rights reserved.</a:t>
            </a:r>
            <a:endParaRPr lang="en-US" sz="731" b="0" i="0" dirty="0">
              <a:solidFill>
                <a:schemeClr val="accent5"/>
              </a:solidFill>
              <a:latin typeface="Daki M" pitchFamily="2" charset="-127"/>
              <a:ea typeface="Daki M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402C1B9-8C46-8823-A253-86451BDABF55}"/>
              </a:ext>
            </a:extLst>
          </p:cNvPr>
          <p:cNvCxnSpPr>
            <a:cxnSpLocks/>
          </p:cNvCxnSpPr>
          <p:nvPr userDrawn="1"/>
        </p:nvCxnSpPr>
        <p:spPr>
          <a:xfrm flipH="1">
            <a:off x="941697" y="6099653"/>
            <a:ext cx="7722080" cy="0"/>
          </a:xfrm>
          <a:prstGeom prst="line">
            <a:avLst/>
          </a:prstGeom>
          <a:ln w="28575">
            <a:solidFill>
              <a:srgbClr val="F68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18">
            <a:extLst>
              <a:ext uri="{FF2B5EF4-FFF2-40B4-BE49-F238E27FC236}">
                <a16:creationId xmlns:a16="http://schemas.microsoft.com/office/drawing/2014/main" id="{C8FC7BC5-BB79-097D-0834-BF92E870A0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263" y="5706549"/>
            <a:ext cx="2723514" cy="259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rgbClr val="15367F"/>
                </a:solidFill>
                <a:latin typeface="다키 M Title" pitchFamily="2" charset="-127"/>
                <a:ea typeface="다키 M Title" pitchFamily="2" charset="-127"/>
              </a:defRPr>
            </a:lvl1pPr>
          </a:lstStyle>
          <a:p>
            <a:pPr lvl="0"/>
            <a:r>
              <a:rPr kumimoji="1" lang="ko-KR" altLang="en-US" dirty="0"/>
              <a:t>한국정보인증 한정인</a:t>
            </a:r>
          </a:p>
        </p:txBody>
      </p:sp>
    </p:spTree>
    <p:extLst>
      <p:ext uri="{BB962C8B-B14F-4D97-AF65-F5344CB8AC3E}">
        <p14:creationId xmlns:p14="http://schemas.microsoft.com/office/powerpoint/2010/main" val="96184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85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32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70" r:id="rId4"/>
    <p:sldLayoutId id="2147483669" r:id="rId5"/>
    <p:sldLayoutId id="2147483668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14D374-C315-4A54-C951-33D116DB2F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제목 입력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61EA30F-E3BF-3542-B29A-603019697D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2024. 09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356889-2578-36DB-A4F6-8279141068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ore-KR" altLang="en-US" dirty="0"/>
              <a:t>한국정보인증</a:t>
            </a:r>
            <a:r>
              <a:rPr lang="ko-KR" altLang="en-US" dirty="0"/>
              <a:t> 한정인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60873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C46FAC-E43B-20D0-FE6C-474F25D98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9E1D35-F6BC-FCB5-2924-47F3E23B76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제목 입력</a:t>
            </a:r>
            <a:endParaRPr lang="en-US" altLang="ko-KR" dirty="0"/>
          </a:p>
          <a:p>
            <a:r>
              <a:rPr lang="ko-KR" altLang="en-US" dirty="0"/>
              <a:t>제목 입력</a:t>
            </a:r>
            <a:endParaRPr lang="en-US" altLang="ko-KR" dirty="0"/>
          </a:p>
          <a:p>
            <a:r>
              <a:rPr lang="ko-KR" altLang="en-US" dirty="0"/>
              <a:t>제목 입력</a:t>
            </a:r>
            <a:endParaRPr lang="en-US" altLang="ko-KR" dirty="0"/>
          </a:p>
          <a:p>
            <a:r>
              <a:rPr lang="ko-KR" altLang="en-US" dirty="0"/>
              <a:t>제목 입력</a:t>
            </a:r>
          </a:p>
        </p:txBody>
      </p:sp>
    </p:spTree>
    <p:extLst>
      <p:ext uri="{BB962C8B-B14F-4D97-AF65-F5344CB8AC3E}">
        <p14:creationId xmlns:p14="http://schemas.microsoft.com/office/powerpoint/2010/main" val="401210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A1D3D-C36E-9BF9-4543-A7DFED0BDD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제목을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65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77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3AB5CD-D17C-9EBF-8A71-B651488744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제목 입력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73F592C-8DD9-01B7-B0B2-0D30258390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D960737-0A9E-91A3-8B11-F7502542C2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00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1E2D02-A8CF-73E4-C3D2-CD1ED2195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E766E2F-805A-EB87-9408-63FF0F8919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ore-KR" altLang="en-US" dirty="0"/>
              <a:t>한국정보인증</a:t>
            </a:r>
            <a:r>
              <a:rPr lang="ko-KR" altLang="en-US" dirty="0"/>
              <a:t> 한정인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87668455"/>
      </p:ext>
    </p:extLst>
  </p:cSld>
  <p:clrMapOvr>
    <a:masterClrMapping/>
  </p:clrMapOvr>
</p:sld>
</file>

<file path=ppt/theme/theme1.xml><?xml version="1.0" encoding="utf-8"?>
<a:theme xmlns:a="http://schemas.openxmlformats.org/drawingml/2006/main" name="본문 및 간지 슬라이드">
  <a:themeElements>
    <a:clrScheme name="사용자 지정 1">
      <a:dk1>
        <a:sysClr val="windowText" lastClr="000000"/>
      </a:dk1>
      <a:lt1>
        <a:sysClr val="window" lastClr="FFFFFF"/>
      </a:lt1>
      <a:dk2>
        <a:srgbClr val="12224B"/>
      </a:dk2>
      <a:lt2>
        <a:srgbClr val="E7E6E6"/>
      </a:lt2>
      <a:accent1>
        <a:srgbClr val="F18D00"/>
      </a:accent1>
      <a:accent2>
        <a:srgbClr val="15367F"/>
      </a:accent2>
      <a:accent3>
        <a:srgbClr val="0068CC"/>
      </a:accent3>
      <a:accent4>
        <a:srgbClr val="F7C580"/>
      </a:accent4>
      <a:accent5>
        <a:srgbClr val="CBDBEA"/>
      </a:accent5>
      <a:accent6>
        <a:srgbClr val="EDF4FE"/>
      </a:accent6>
      <a:hlink>
        <a:srgbClr val="0563C1"/>
      </a:hlink>
      <a:folHlink>
        <a:srgbClr val="954F72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표지, 목차, 간지 슬라이드">
  <a:themeElements>
    <a:clrScheme name="KICA PPT 색상칩4">
      <a:dk1>
        <a:sysClr val="windowText" lastClr="000000"/>
      </a:dk1>
      <a:lt1>
        <a:sysClr val="window" lastClr="FFFFFF"/>
      </a:lt1>
      <a:dk2>
        <a:srgbClr val="12224B"/>
      </a:dk2>
      <a:lt2>
        <a:srgbClr val="E7E6E6"/>
      </a:lt2>
      <a:accent1>
        <a:srgbClr val="F18D00"/>
      </a:accent1>
      <a:accent2>
        <a:srgbClr val="15367F"/>
      </a:accent2>
      <a:accent3>
        <a:srgbClr val="0068CC"/>
      </a:accent3>
      <a:accent4>
        <a:srgbClr val="F7C580"/>
      </a:accent4>
      <a:accent5>
        <a:srgbClr val="CBDBEA"/>
      </a:accent5>
      <a:accent6>
        <a:srgbClr val="EDF4FE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2278</TotalTime>
  <Words>28</Words>
  <Application>Microsoft Office PowerPoint</Application>
  <PresentationFormat>A4 용지(210x297mm)</PresentationFormat>
  <Paragraphs>14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Aptos</vt:lpstr>
      <vt:lpstr>Daki B</vt:lpstr>
      <vt:lpstr>Daki M</vt:lpstr>
      <vt:lpstr>다키 M</vt:lpstr>
      <vt:lpstr>다키 M Title</vt:lpstr>
      <vt:lpstr>맑은 고딕</vt:lpstr>
      <vt:lpstr>Arial</vt:lpstr>
      <vt:lpstr>Times New Roman</vt:lpstr>
      <vt:lpstr>본문 및 간지 슬라이드</vt:lpstr>
      <vt:lpstr>표지, 목차, 간지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영지</dc:creator>
  <cp:lastModifiedBy>user</cp:lastModifiedBy>
  <cp:revision>345</cp:revision>
  <dcterms:created xsi:type="dcterms:W3CDTF">2024-09-19T06:02:49Z</dcterms:created>
  <dcterms:modified xsi:type="dcterms:W3CDTF">2025-03-20T08:20:09Z</dcterms:modified>
</cp:coreProperties>
</file>